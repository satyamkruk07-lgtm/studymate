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Transformer Architectures and Scaled Dot-Product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1: In Scaled Dot-Product Attention, we divide by sqrt(d_k) to prevent vanishing gradients in softmax.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